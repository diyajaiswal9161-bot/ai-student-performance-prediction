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1E7B65-0B38-409D-AF33-5EC8138A3EFC}">
          <p14:sldIdLst>
            <p14:sldId id="256"/>
            <p14:sldId id="257"/>
            <p14:sldId id="258"/>
            <p14:sldId id="259"/>
          </p14:sldIdLst>
        </p14:section>
        <p14:section name="Untitled Section" id="{A89F0A1A-2151-4B75-ACB4-49D6E5E888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78" y="206"/>
      </p:cViewPr>
      <p:guideLst/>
    </p:cSldViewPr>
  </p:slideViewPr>
  <p:outlineViewPr>
    <p:cViewPr>
      <p:scale>
        <a:sx n="33" d="100"/>
        <a:sy n="33" d="100"/>
      </p:scale>
      <p:origin x="0" y="-1237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52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4E335-3295-4535-98F7-167D3440DAD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D1D56-AFF4-4A88-B757-647B332EFC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78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93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428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16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3880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713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274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62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94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206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492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674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759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250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625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D1D56-AFF4-4A88-B757-647B332EFC7B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1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958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0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7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36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51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95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22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293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9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71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328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1259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851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45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948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449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82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8E6B83E-5A6A-4488-A34B-6578F62A5F65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EAC82-85F4-476E-85CC-3213BE71E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7563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1" r:id="rId9"/>
    <p:sldLayoutId id="2147483942" r:id="rId10"/>
    <p:sldLayoutId id="2147483943" r:id="rId11"/>
    <p:sldLayoutId id="2147483944" r:id="rId12"/>
    <p:sldLayoutId id="2147483945" r:id="rId13"/>
    <p:sldLayoutId id="2147483946" r:id="rId14"/>
    <p:sldLayoutId id="2147483947" r:id="rId15"/>
    <p:sldLayoutId id="2147483948" r:id="rId16"/>
    <p:sldLayoutId id="21474839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6B82-E537-1816-93C5-9CB2FBC8B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57316"/>
            <a:ext cx="7766936" cy="2792361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AI-Driven Student Performance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F6A29-1F67-C40C-9B4C-AD1043E62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559277"/>
            <a:ext cx="6988004" cy="2694039"/>
          </a:xfrm>
        </p:spPr>
        <p:txBody>
          <a:bodyPr>
            <a:normAutofit/>
          </a:bodyPr>
          <a:lstStyle/>
          <a:p>
            <a:pPr algn="ctr"/>
            <a:r>
              <a:rPr lang="en-IN" sz="2800" dirty="0"/>
              <a:t>Presented By: Bhoomika Saxena</a:t>
            </a:r>
          </a:p>
          <a:p>
            <a:pPr algn="ctr"/>
            <a:r>
              <a:rPr lang="en-IN" sz="2800" b="1" dirty="0"/>
              <a:t>Internship:</a:t>
            </a:r>
            <a:r>
              <a:rPr lang="en-IN" sz="2800" dirty="0"/>
              <a:t> IBM PBEL Virtual Internship Program</a:t>
            </a:r>
          </a:p>
          <a:p>
            <a:pPr algn="ctr"/>
            <a:r>
              <a:rPr lang="en-IN" sz="2800" b="1" dirty="0"/>
              <a:t>Project Guide:</a:t>
            </a:r>
            <a:r>
              <a:rPr lang="en-IN" sz="2800" dirty="0"/>
              <a:t> Shweta Mam</a:t>
            </a:r>
          </a:p>
          <a:p>
            <a:pPr algn="ctr"/>
            <a:r>
              <a:rPr lang="en-IN" sz="2800" dirty="0"/>
              <a:t>AI Batch-8</a:t>
            </a:r>
          </a:p>
        </p:txBody>
      </p:sp>
    </p:spTree>
    <p:extLst>
      <p:ext uri="{BB962C8B-B14F-4D97-AF65-F5344CB8AC3E}">
        <p14:creationId xmlns:p14="http://schemas.microsoft.com/office/powerpoint/2010/main" val="3279567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1662-F623-986C-101C-14A9E308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71948"/>
            <a:ext cx="8596668" cy="884904"/>
          </a:xfrm>
        </p:spPr>
        <p:txBody>
          <a:bodyPr>
            <a:normAutofit/>
          </a:bodyPr>
          <a:lstStyle/>
          <a:p>
            <a:pPr algn="ctr"/>
            <a:r>
              <a:rPr lang="en-IN" sz="4400" b="1" i="1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AE59-5C5F-79BB-3CBB-325141D97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6853"/>
            <a:ext cx="8596668" cy="4684510"/>
          </a:xfrm>
        </p:spPr>
        <p:txBody>
          <a:bodyPr/>
          <a:lstStyle/>
          <a:p>
            <a:r>
              <a:rPr lang="en-IN" sz="2400" dirty="0"/>
              <a:t>Education generates a lot of student data like marks, attendance, Assignments, and learning patterns. </a:t>
            </a:r>
          </a:p>
          <a:p>
            <a:r>
              <a:rPr lang="en-IN" sz="2400" dirty="0"/>
              <a:t>It is difficult to analyse all this information manually. </a:t>
            </a:r>
          </a:p>
          <a:p>
            <a:r>
              <a:rPr lang="en-IN" sz="2400" dirty="0"/>
              <a:t>This project uses </a:t>
            </a:r>
            <a:r>
              <a:rPr lang="en-IN" sz="2400" b="1" dirty="0"/>
              <a:t>Artificial Intelligence and Machine Learning</a:t>
            </a:r>
            <a:r>
              <a:rPr lang="en-IN" sz="2400" dirty="0"/>
              <a:t> to study student data and predict their academic performance. </a:t>
            </a:r>
          </a:p>
          <a:p>
            <a:r>
              <a:rPr lang="en-IN" sz="2400" dirty="0"/>
              <a:t>It helps teachers identify students who may need extra support and improve their learning outcomes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61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147F6-6BEB-3972-9BB9-9CB3911E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Need for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C85E-2E83-F613-5422-D3A943365A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Understanding student performance is important for improving education quality.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800" dirty="0"/>
              <a:t>Student performance depends on many factors like attendance, study habits, and previous results.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153FE-BACD-719B-61CA-3830C7F709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000" dirty="0"/>
              <a:t>Analysing these factors manually can be difficult.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000" dirty="0"/>
              <a:t> An AI-based system can help predict performance and provide useful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18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A18C1-6FA8-758D-9F69-A1382DE4C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F36C0-AD48-A187-5970-330B38D45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400" dirty="0"/>
              <a:t>To develop an AI-based system that can predict student performance. </a:t>
            </a:r>
          </a:p>
          <a:p>
            <a:r>
              <a:rPr lang="en-IN" sz="2400" dirty="0"/>
              <a:t>To analyse different factors that influence academic results.</a:t>
            </a:r>
          </a:p>
          <a:p>
            <a:r>
              <a:rPr lang="en-IN" sz="2400" dirty="0"/>
              <a:t> To use Machine Learning algorithms for making predictions. </a:t>
            </a:r>
          </a:p>
          <a:p>
            <a:r>
              <a:rPr lang="en-IN" sz="2400" dirty="0"/>
              <a:t>To identify students who may need additional guidance and support. </a:t>
            </a:r>
          </a:p>
          <a:p>
            <a:r>
              <a:rPr lang="en-IN" sz="2400" dirty="0"/>
              <a:t>To help improve the learning process through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222250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1B91-4232-5015-ED01-435130EB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899B-9710-B3F6-F30E-EAEF1A6F54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3600" dirty="0"/>
              <a:t>Using student-related data to analyse academic performance.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3600" dirty="0"/>
              <a:t>Applying Machine Learning techniques for prediction.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3600" dirty="0"/>
              <a:t>Understanding factors that affect student results. 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CB42F-4899-ECEA-947C-A22FE9EE06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4000" dirty="0"/>
              <a:t>Providing insights that can support teachers and students.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4000" dirty="0"/>
              <a:t>Creating a foundation for future AI-based education solutions.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73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D4D3-1491-94D0-6F69-089CB21B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3269C-6C8B-C940-EB16-F602E04A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14169"/>
            <a:ext cx="9282743" cy="4994786"/>
          </a:xfrm>
        </p:spPr>
        <p:txBody>
          <a:bodyPr>
            <a:normAutofit/>
          </a:bodyPr>
          <a:lstStyle/>
          <a:p>
            <a:r>
              <a:rPr lang="en-IN" sz="2400" b="1" dirty="0"/>
              <a:t>1. Data Collection</a:t>
            </a:r>
            <a:br>
              <a:rPr lang="en-IN" sz="2400" dirty="0"/>
            </a:br>
            <a:r>
              <a:rPr lang="en-IN" sz="2400" dirty="0"/>
              <a:t>Collect student-related information required for analysis.</a:t>
            </a:r>
          </a:p>
          <a:p>
            <a:r>
              <a:rPr lang="en-IN" sz="2400" b="1" dirty="0"/>
              <a:t>2. Data Preprocessing</a:t>
            </a:r>
            <a:br>
              <a:rPr lang="en-IN" sz="2400" dirty="0"/>
            </a:br>
            <a:r>
              <a:rPr lang="en-IN" sz="2400" dirty="0"/>
              <a:t> Clean and prepare the data for the Machine Learning model.</a:t>
            </a:r>
          </a:p>
          <a:p>
            <a:r>
              <a:rPr lang="en-IN" sz="2400" b="1" dirty="0"/>
              <a:t>3. Exploratory Data Analysis (EDA)</a:t>
            </a:r>
            <a:br>
              <a:rPr lang="en-IN" sz="2400" dirty="0"/>
            </a:br>
            <a:r>
              <a:rPr lang="en-IN" sz="2400" dirty="0"/>
              <a:t> Analyse data patterns and understand important factors.</a:t>
            </a:r>
          </a:p>
          <a:p>
            <a:r>
              <a:rPr lang="en-IN" sz="2400" b="1" dirty="0"/>
              <a:t>4. Model Development</a:t>
            </a:r>
            <a:br>
              <a:rPr lang="en-IN" sz="2400" dirty="0"/>
            </a:br>
            <a:r>
              <a:rPr lang="en-IN" sz="2400" dirty="0"/>
              <a:t>Train Machine Learning models using the processed data.</a:t>
            </a:r>
          </a:p>
          <a:p>
            <a:r>
              <a:rPr lang="en-IN" sz="2400" b="1" dirty="0"/>
              <a:t>5. Performance Prediction</a:t>
            </a:r>
          </a:p>
          <a:p>
            <a:pPr marL="0" indent="0">
              <a:buNone/>
            </a:pPr>
            <a:r>
              <a:rPr lang="en-IN" sz="2400" b="1" dirty="0"/>
              <a:t>   </a:t>
            </a:r>
            <a:r>
              <a:rPr lang="en-IN" sz="2400" dirty="0"/>
              <a:t> Use the trained model to predict student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309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0F13-7100-F850-C215-9274CB96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F868-282D-724A-5D80-2FC3F1C53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5343"/>
            <a:ext cx="9626872" cy="4596020"/>
          </a:xfrm>
        </p:spPr>
        <p:txBody>
          <a:bodyPr>
            <a:normAutofit/>
          </a:bodyPr>
          <a:lstStyle/>
          <a:p>
            <a:r>
              <a:rPr lang="en-IN" sz="2800" dirty="0"/>
              <a:t>Student demographic information </a:t>
            </a:r>
          </a:p>
          <a:p>
            <a:r>
              <a:rPr lang="en-IN" sz="2800" dirty="0"/>
              <a:t>Previous academic records </a:t>
            </a:r>
          </a:p>
          <a:p>
            <a:r>
              <a:rPr lang="en-IN" sz="2800" dirty="0"/>
              <a:t>Attendance details </a:t>
            </a:r>
          </a:p>
          <a:p>
            <a:r>
              <a:rPr lang="en-IN" sz="2800" dirty="0"/>
              <a:t>Study habits and learning behaviour </a:t>
            </a:r>
          </a:p>
          <a:p>
            <a:r>
              <a:rPr lang="en-IN" sz="2800" dirty="0"/>
              <a:t>Exam performance data </a:t>
            </a:r>
          </a:p>
          <a:p>
            <a:r>
              <a:rPr lang="en-IN" sz="2800" dirty="0"/>
              <a:t>Other factors affecting student results </a:t>
            </a:r>
          </a:p>
          <a:p>
            <a:pPr marL="0" indent="0">
              <a:buNone/>
            </a:pPr>
            <a:r>
              <a:rPr lang="en-IN" sz="2800" dirty="0"/>
              <a:t>The collected data is used for analysis, model training, and performance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19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EA52-4679-530E-8208-9585B20E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6596A-9E37-F9A1-576C-2F2D8F47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121" y="1386350"/>
            <a:ext cx="9036937" cy="4684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Steps involved:</a:t>
            </a:r>
            <a:endParaRPr lang="en-IN" sz="2800" dirty="0"/>
          </a:p>
          <a:p>
            <a:r>
              <a:rPr lang="en-IN" sz="2800" b="1" dirty="0"/>
              <a:t>Data Cleaning</a:t>
            </a:r>
            <a:r>
              <a:rPr lang="en-IN" sz="2800" dirty="0"/>
              <a:t> – Removing errors, duplicate values, and handling missing data. </a:t>
            </a:r>
          </a:p>
          <a:p>
            <a:r>
              <a:rPr lang="en-IN" sz="2800" b="1" dirty="0"/>
              <a:t>Data Transformation</a:t>
            </a:r>
            <a:r>
              <a:rPr lang="en-IN" sz="2800" dirty="0"/>
              <a:t> – Converting data into a suitable format for the model. </a:t>
            </a:r>
          </a:p>
          <a:p>
            <a:r>
              <a:rPr lang="en-IN" sz="2800" b="1" dirty="0"/>
              <a:t>Feature Selection</a:t>
            </a:r>
            <a:r>
              <a:rPr lang="en-IN" sz="2800" dirty="0"/>
              <a:t> – Selecting important factors that affect student performance. </a:t>
            </a:r>
          </a:p>
          <a:p>
            <a:r>
              <a:rPr lang="en-IN" sz="2800" b="1" dirty="0"/>
              <a:t>Data Splitting</a:t>
            </a:r>
            <a:r>
              <a:rPr lang="en-IN" sz="2800" dirty="0"/>
              <a:t> – Dividing data into training and testing sets.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1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0E1A-2139-43FC-481D-83A2A39C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i="1" u="sng" dirty="0"/>
              <a:t>Feature Selection &amp;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8973-6463-2566-85B8-5D7062EBE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04335"/>
            <a:ext cx="9331905" cy="453702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400" b="1" dirty="0"/>
              <a:t>Important features considered:</a:t>
            </a:r>
            <a:endParaRPr lang="en-IN" sz="2400" dirty="0"/>
          </a:p>
          <a:p>
            <a:r>
              <a:rPr lang="en-IN" sz="2400" dirty="0"/>
              <a:t>Attendance </a:t>
            </a:r>
          </a:p>
          <a:p>
            <a:r>
              <a:rPr lang="en-IN" sz="2400" dirty="0"/>
              <a:t>Study time</a:t>
            </a:r>
          </a:p>
          <a:p>
            <a:r>
              <a:rPr lang="en-IN" sz="2400" dirty="0"/>
              <a:t>Assignment</a:t>
            </a:r>
          </a:p>
          <a:p>
            <a:r>
              <a:rPr lang="en-IN" sz="2400" dirty="0"/>
              <a:t>Learning behaviour </a:t>
            </a:r>
          </a:p>
          <a:p>
            <a:r>
              <a:rPr lang="en-IN" sz="2400" dirty="0"/>
              <a:t>Other student-related information </a:t>
            </a:r>
          </a:p>
          <a:p>
            <a:pPr marL="0" indent="0">
              <a:buNone/>
            </a:pPr>
            <a:r>
              <a:rPr lang="en-IN" sz="2400" b="1" dirty="0"/>
              <a:t>Feature Engineering:</a:t>
            </a:r>
            <a:endParaRPr lang="en-IN" sz="2400" dirty="0"/>
          </a:p>
          <a:p>
            <a:r>
              <a:rPr lang="en-IN" sz="2400" dirty="0"/>
              <a:t>Converts raw data into a suitable format that can be easily understood by Machine Learning models. </a:t>
            </a:r>
          </a:p>
          <a:p>
            <a:r>
              <a:rPr lang="en-IN" sz="2400" dirty="0"/>
              <a:t>Helps improve model performance and prediction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60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EC3D-27AA-026C-5EDB-64F5EABF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51EBA-F365-BE24-5958-9721C85A4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94503"/>
            <a:ext cx="9135260" cy="47538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000" b="1" dirty="0"/>
              <a:t>Programming Language:</a:t>
            </a:r>
            <a:endParaRPr lang="en-IN" sz="3000" dirty="0"/>
          </a:p>
          <a:p>
            <a:r>
              <a:rPr lang="en-IN" sz="3000" b="1" dirty="0"/>
              <a:t>Python</a:t>
            </a:r>
            <a:r>
              <a:rPr lang="en-IN" sz="3000" dirty="0"/>
              <a:t> – Used for data processing, model development, and prediction. </a:t>
            </a:r>
          </a:p>
          <a:p>
            <a:pPr marL="0" indent="0">
              <a:buNone/>
            </a:pPr>
            <a:r>
              <a:rPr lang="en-IN" sz="3000" b="1" dirty="0"/>
              <a:t>Libraries:</a:t>
            </a:r>
            <a:endParaRPr lang="en-IN" sz="3000" dirty="0"/>
          </a:p>
          <a:p>
            <a:r>
              <a:rPr lang="en-IN" sz="3000" b="1" dirty="0"/>
              <a:t>Pandas</a:t>
            </a:r>
            <a:r>
              <a:rPr lang="en-IN" sz="3000" dirty="0"/>
              <a:t> – Data handling and analysis </a:t>
            </a:r>
          </a:p>
          <a:p>
            <a:r>
              <a:rPr lang="en-IN" sz="3000" b="1" dirty="0"/>
              <a:t>NumPy</a:t>
            </a:r>
            <a:r>
              <a:rPr lang="en-IN" sz="3000" dirty="0"/>
              <a:t> – Numerical operations </a:t>
            </a:r>
          </a:p>
          <a:p>
            <a:r>
              <a:rPr lang="en-IN" sz="3000" b="1" dirty="0"/>
              <a:t>Scikit-learn</a:t>
            </a:r>
            <a:r>
              <a:rPr lang="en-IN" sz="3000" dirty="0"/>
              <a:t> – Machine Learning implementation </a:t>
            </a:r>
          </a:p>
          <a:p>
            <a:r>
              <a:rPr lang="en-IN" sz="3000" b="1" dirty="0"/>
              <a:t>Matplotlib/Seaborn</a:t>
            </a:r>
            <a:r>
              <a:rPr lang="en-IN" sz="3000" dirty="0"/>
              <a:t> – Data visualization (if used) </a:t>
            </a:r>
          </a:p>
          <a:p>
            <a:pPr marL="0" indent="0">
              <a:buNone/>
            </a:pPr>
            <a:r>
              <a:rPr lang="en-IN" sz="3000" b="1" dirty="0"/>
              <a:t>Development Environment:</a:t>
            </a:r>
            <a:endParaRPr lang="en-IN" sz="3000" dirty="0"/>
          </a:p>
          <a:p>
            <a:r>
              <a:rPr lang="en-IN" sz="3000" dirty="0"/>
              <a:t>VS Code </a:t>
            </a:r>
          </a:p>
          <a:p>
            <a:r>
              <a:rPr lang="en-IN" sz="3000" b="1" dirty="0"/>
              <a:t>Additional Technologies</a:t>
            </a:r>
            <a:endParaRPr lang="en-IN" sz="3000" dirty="0"/>
          </a:p>
          <a:p>
            <a:r>
              <a:rPr lang="en-IN" sz="3000" dirty="0"/>
              <a:t>HTML – Creating webpage structure </a:t>
            </a:r>
          </a:p>
          <a:p>
            <a:r>
              <a:rPr lang="en-IN" sz="3000" dirty="0"/>
              <a:t>CSS – Designing the user interface </a:t>
            </a:r>
          </a:p>
          <a:p>
            <a:r>
              <a:rPr lang="en-IN" sz="3000" dirty="0"/>
              <a:t>Flask – Connecting ML model with web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092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5FCD3-3125-252D-7ADE-478AF5B2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28" y="697013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i="1" u="sng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88FD-FBA4-A8A0-0C34-C6D3C19D3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683" y="1619814"/>
            <a:ext cx="8596668" cy="454117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sz="3000" b="1" dirty="0"/>
              <a:t>Input Data</a:t>
            </a:r>
            <a:endParaRPr lang="en-IN" sz="3000" dirty="0"/>
          </a:p>
          <a:p>
            <a:pPr marL="0" indent="0" algn="ctr">
              <a:buNone/>
            </a:pPr>
            <a:r>
              <a:rPr lang="en-IN" sz="3000" dirty="0"/>
              <a:t>Student information is provided as input. </a:t>
            </a:r>
          </a:p>
          <a:p>
            <a:pPr marL="0" indent="0" algn="ctr">
              <a:buNone/>
            </a:pPr>
            <a:r>
              <a:rPr lang="en-IN" sz="3000" dirty="0"/>
              <a:t>  ⬇                     </a:t>
            </a:r>
          </a:p>
          <a:p>
            <a:pPr marL="0" indent="0" algn="ctr">
              <a:buNone/>
            </a:pPr>
            <a:r>
              <a:rPr lang="en-IN" sz="3000" b="1" dirty="0"/>
              <a:t>Data Processing</a:t>
            </a:r>
            <a:endParaRPr lang="en-IN" sz="3000" dirty="0"/>
          </a:p>
          <a:p>
            <a:pPr marL="0" indent="0" algn="ctr">
              <a:buNone/>
            </a:pPr>
            <a:r>
              <a:rPr lang="en-IN" sz="3000" dirty="0"/>
              <a:t>Data is cleaned and prepared for analysis. </a:t>
            </a:r>
          </a:p>
          <a:p>
            <a:pPr marL="0" indent="0" algn="ctr">
              <a:buNone/>
            </a:pPr>
            <a:r>
              <a:rPr lang="en-IN" sz="3000" dirty="0"/>
              <a:t>⬇</a:t>
            </a:r>
          </a:p>
          <a:p>
            <a:pPr marL="0" indent="0" algn="ctr">
              <a:buNone/>
            </a:pPr>
            <a:r>
              <a:rPr lang="en-IN" sz="3000" b="1" dirty="0"/>
              <a:t>AI/ML Model</a:t>
            </a:r>
            <a:endParaRPr lang="en-IN" sz="3000" dirty="0"/>
          </a:p>
          <a:p>
            <a:pPr marL="0" indent="0" algn="ctr">
              <a:buNone/>
            </a:pPr>
            <a:r>
              <a:rPr lang="en-IN" sz="3000" dirty="0"/>
              <a:t>The model analyses patterns from the data. </a:t>
            </a:r>
          </a:p>
          <a:p>
            <a:pPr marL="0" indent="0" algn="ctr">
              <a:buNone/>
            </a:pPr>
            <a:r>
              <a:rPr lang="en-IN" sz="3000" dirty="0"/>
              <a:t>⬇</a:t>
            </a:r>
          </a:p>
          <a:p>
            <a:pPr marL="0" indent="0" algn="ctr">
              <a:buNone/>
            </a:pPr>
            <a:r>
              <a:rPr lang="en-IN" sz="3000" b="1" dirty="0"/>
              <a:t>Prediction Output</a:t>
            </a:r>
            <a:endParaRPr lang="en-IN" sz="3000" dirty="0"/>
          </a:p>
          <a:p>
            <a:pPr marL="0" indent="0" algn="ctr">
              <a:buNone/>
            </a:pPr>
            <a:r>
              <a:rPr lang="en-IN" sz="3000" dirty="0"/>
              <a:t>The system predicts student performance.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16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7729-3520-4564-4837-9A151550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D11AF-32E4-5E8F-5133-CC59ABC13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0477"/>
            <a:ext cx="9243414" cy="4758813"/>
          </a:xfrm>
        </p:spPr>
        <p:txBody>
          <a:bodyPr/>
          <a:lstStyle/>
          <a:p>
            <a:r>
              <a:rPr lang="en-IN" sz="2800" dirty="0"/>
              <a:t>Educational institutions can monitor student progress.</a:t>
            </a:r>
          </a:p>
          <a:p>
            <a:r>
              <a:rPr lang="en-IN" sz="2800" dirty="0"/>
              <a:t> Teachers can provide timely guidance and support. </a:t>
            </a:r>
          </a:p>
          <a:p>
            <a:r>
              <a:rPr lang="en-IN" sz="2800" dirty="0"/>
              <a:t>Students can understand areas where they need improvement. </a:t>
            </a:r>
          </a:p>
          <a:p>
            <a:r>
              <a:rPr lang="en-IN" sz="2800" dirty="0"/>
              <a:t>Can be used in online learning platforms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176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3CF3-A310-DED8-7F7A-E0C262214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5A89D-5156-8022-60FF-2F592616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1316"/>
            <a:ext cx="9213918" cy="4567083"/>
          </a:xfrm>
        </p:spPr>
        <p:txBody>
          <a:bodyPr>
            <a:normAutofit/>
          </a:bodyPr>
          <a:lstStyle/>
          <a:p>
            <a:r>
              <a:rPr lang="en-IN" sz="2800" dirty="0"/>
              <a:t>Real-time student performance monitoring. </a:t>
            </a:r>
          </a:p>
          <a:p>
            <a:r>
              <a:rPr lang="en-IN" sz="2800" dirty="0"/>
              <a:t>Use of advanced AI and Deep Learning techniques. </a:t>
            </a:r>
          </a:p>
          <a:p>
            <a:r>
              <a:rPr lang="en-IN" sz="2800" dirty="0"/>
              <a:t>Integration with school/college management systems. </a:t>
            </a:r>
          </a:p>
          <a:p>
            <a:r>
              <a:rPr lang="en-IN" sz="2800" dirty="0"/>
              <a:t>Development of a mobile or web-based application. </a:t>
            </a:r>
          </a:p>
          <a:p>
            <a:r>
              <a:rPr lang="en-IN" sz="2800" dirty="0"/>
              <a:t>Personalized learning recommendations for students.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554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5850-D5B1-15A0-4C2E-0EFD8A12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Challenges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1F625-E416-4C3F-870F-D070084D1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1149"/>
            <a:ext cx="9322072" cy="43502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During the development of this project, some challenges may occur:</a:t>
            </a:r>
          </a:p>
          <a:p>
            <a:r>
              <a:rPr lang="en-IN" sz="2800" dirty="0"/>
              <a:t>Availability and quality of student data. </a:t>
            </a:r>
          </a:p>
          <a:p>
            <a:r>
              <a:rPr lang="en-IN" sz="2800" dirty="0"/>
              <a:t>Handling missing or incomplete information. </a:t>
            </a:r>
          </a:p>
          <a:p>
            <a:r>
              <a:rPr lang="en-IN" sz="2800" dirty="0"/>
              <a:t>Selecting the most relevant factors for prediction. </a:t>
            </a:r>
          </a:p>
          <a:p>
            <a:r>
              <a:rPr lang="en-IN" sz="2800" dirty="0"/>
              <a:t>Achieving accurate predictions with limited data. </a:t>
            </a:r>
          </a:p>
          <a:p>
            <a:r>
              <a:rPr lang="en-IN" sz="2800" dirty="0"/>
              <a:t>Need for continuous improvement with more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79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EA3C6-20AA-8DFF-364B-2A52851C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b="1" i="1" u="sng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EEEF0-4DA5-296E-1360-67D66564C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4334"/>
            <a:ext cx="9154924" cy="5353665"/>
          </a:xfrm>
        </p:spPr>
        <p:txBody>
          <a:bodyPr>
            <a:noAutofit/>
          </a:bodyPr>
          <a:lstStyle/>
          <a:p>
            <a:r>
              <a:rPr lang="en-IN" sz="2400" dirty="0"/>
              <a:t>The </a:t>
            </a:r>
            <a:r>
              <a:rPr lang="en-IN" sz="2400" b="1" dirty="0"/>
              <a:t>AI-Driven Student Performance Prediction System</a:t>
            </a:r>
            <a:r>
              <a:rPr lang="en-IN" sz="2400" dirty="0"/>
              <a:t> demonstrates the use of Artificial Intelligence in the education sector. </a:t>
            </a:r>
          </a:p>
          <a:p>
            <a:r>
              <a:rPr lang="en-IN" sz="2400" dirty="0"/>
              <a:t>The system analyses student data to understand performance patterns and provide predictions. </a:t>
            </a:r>
          </a:p>
          <a:p>
            <a:r>
              <a:rPr lang="en-IN" sz="2400" dirty="0"/>
              <a:t>It can help educators make better decisions and support students at the right time.</a:t>
            </a:r>
          </a:p>
          <a:p>
            <a:r>
              <a:rPr lang="en-IN" sz="2400" dirty="0"/>
              <a:t> This project highlights the potential of AI in creating smarter and more personalized learning environments.</a:t>
            </a:r>
          </a:p>
          <a:p>
            <a:pPr marL="0" indent="0">
              <a:buNone/>
            </a:pPr>
            <a:r>
              <a:rPr lang="en-IN" sz="2400" dirty="0"/>
              <a:t>                                                                     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                                                          </a:t>
            </a:r>
            <a:r>
              <a:rPr lang="en-IN" sz="2800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963070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355</TotalTime>
  <Words>764</Words>
  <Application>Microsoft Office PowerPoint</Application>
  <PresentationFormat>Widescreen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Century Gothic</vt:lpstr>
      <vt:lpstr>Courier New</vt:lpstr>
      <vt:lpstr>Wingdings</vt:lpstr>
      <vt:lpstr>Wingdings 3</vt:lpstr>
      <vt:lpstr>Ion</vt:lpstr>
      <vt:lpstr>AI-Driven Student Performance Prediction System</vt:lpstr>
      <vt:lpstr>Introduction</vt:lpstr>
      <vt:lpstr>Need for the System</vt:lpstr>
      <vt:lpstr>Objectives</vt:lpstr>
      <vt:lpstr>Scope</vt:lpstr>
      <vt:lpstr>Methodology</vt:lpstr>
      <vt:lpstr>Dataset Description</vt:lpstr>
      <vt:lpstr>Data Preprocessing</vt:lpstr>
      <vt:lpstr>Feature Selection &amp; Engineering</vt:lpstr>
      <vt:lpstr>Technology Used</vt:lpstr>
      <vt:lpstr>System Architecture</vt:lpstr>
      <vt:lpstr>Applications</vt:lpstr>
      <vt:lpstr>Future Scope</vt:lpstr>
      <vt:lpstr>Challenges &amp; Limitations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Bhoomika Saxena</dc:creator>
  <cp:lastModifiedBy>Bhoomika Saxena</cp:lastModifiedBy>
  <cp:revision>3</cp:revision>
  <dcterms:created xsi:type="dcterms:W3CDTF">2026-07-14T16:44:40Z</dcterms:created>
  <dcterms:modified xsi:type="dcterms:W3CDTF">2026-07-25T15:07:00Z</dcterms:modified>
</cp:coreProperties>
</file>